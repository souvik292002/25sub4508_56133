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4421" r:id="rId3"/>
    <p:sldId id="4422" r:id="rId4"/>
    <p:sldId id="4423" r:id="rId5"/>
    <p:sldId id="4424" r:id="rId6"/>
    <p:sldId id="4425" r:id="rId7"/>
    <p:sldId id="4439" r:id="rId8"/>
    <p:sldId id="4426" r:id="rId9"/>
    <p:sldId id="4427" r:id="rId10"/>
    <p:sldId id="4428" r:id="rId11"/>
    <p:sldId id="4429" r:id="rId12"/>
    <p:sldId id="4430" r:id="rId13"/>
    <p:sldId id="4431" r:id="rId14"/>
    <p:sldId id="4437" r:id="rId15"/>
    <p:sldId id="4432" r:id="rId16"/>
    <p:sldId id="4433" r:id="rId17"/>
    <p:sldId id="4434" r:id="rId18"/>
    <p:sldId id="4435" r:id="rId19"/>
    <p:sldId id="4436" r:id="rId20"/>
    <p:sldId id="443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FBC8B65-F1EF-463F-9411-E8B64114BABF}">
          <p14:sldIdLst>
            <p14:sldId id="260"/>
            <p14:sldId id="4421"/>
            <p14:sldId id="4422"/>
            <p14:sldId id="4423"/>
            <p14:sldId id="4424"/>
            <p14:sldId id="4425"/>
            <p14:sldId id="4439"/>
            <p14:sldId id="4426"/>
            <p14:sldId id="4427"/>
            <p14:sldId id="4428"/>
            <p14:sldId id="4429"/>
            <p14:sldId id="4430"/>
            <p14:sldId id="4431"/>
            <p14:sldId id="4437"/>
            <p14:sldId id="4432"/>
            <p14:sldId id="4433"/>
            <p14:sldId id="4434"/>
            <p14:sldId id="4435"/>
            <p14:sldId id="4436"/>
            <p14:sldId id="44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442B37-65E5-4C76-AB08-7133D25C19D8}" v="3" dt="2026-02-12T20:05:57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56133-Souvik Roy" userId="225ece7e7b1a05c8" providerId="LiveId" clId="{01679C31-6509-4E68-BCEA-A6E33BD137FC}"/>
    <pc:docChg chg="custSel addSld modSld modSection">
      <pc:chgData name="56133-Souvik Roy" userId="225ece7e7b1a05c8" providerId="LiveId" clId="{01679C31-6509-4E68-BCEA-A6E33BD137FC}" dt="2026-02-12T20:09:46.383" v="93" actId="1076"/>
      <pc:docMkLst>
        <pc:docMk/>
      </pc:docMkLst>
      <pc:sldChg chg="addSp modSp new mod">
        <pc:chgData name="56133-Souvik Roy" userId="225ece7e7b1a05c8" providerId="LiveId" clId="{01679C31-6509-4E68-BCEA-A6E33BD137FC}" dt="2026-02-12T20:04:26.287" v="23" actId="14100"/>
        <pc:sldMkLst>
          <pc:docMk/>
          <pc:sldMk cId="1224119951" sldId="4438"/>
        </pc:sldMkLst>
        <pc:picChg chg="add mod">
          <ac:chgData name="56133-Souvik Roy" userId="225ece7e7b1a05c8" providerId="LiveId" clId="{01679C31-6509-4E68-BCEA-A6E33BD137FC}" dt="2026-02-12T20:03:56.788" v="15" actId="1076"/>
          <ac:picMkLst>
            <pc:docMk/>
            <pc:sldMk cId="1224119951" sldId="4438"/>
            <ac:picMk id="3" creationId="{E8FA916D-0DA0-CD4A-0BBE-BA234BD4D452}"/>
          </ac:picMkLst>
        </pc:picChg>
        <pc:picChg chg="add mod">
          <ac:chgData name="56133-Souvik Roy" userId="225ece7e7b1a05c8" providerId="LiveId" clId="{01679C31-6509-4E68-BCEA-A6E33BD137FC}" dt="2026-02-12T20:04:01.195" v="17" actId="1076"/>
          <ac:picMkLst>
            <pc:docMk/>
            <pc:sldMk cId="1224119951" sldId="4438"/>
            <ac:picMk id="5" creationId="{D5FBE77F-76FC-0AC9-0411-0C3F894D80A4}"/>
          </ac:picMkLst>
        </pc:picChg>
        <pc:picChg chg="add mod">
          <ac:chgData name="56133-Souvik Roy" userId="225ece7e7b1a05c8" providerId="LiveId" clId="{01679C31-6509-4E68-BCEA-A6E33BD137FC}" dt="2026-02-12T20:03:59.434" v="16" actId="1076"/>
          <ac:picMkLst>
            <pc:docMk/>
            <pc:sldMk cId="1224119951" sldId="4438"/>
            <ac:picMk id="7" creationId="{7B443208-0042-C921-C8CB-F080DD181F1D}"/>
          </ac:picMkLst>
        </pc:picChg>
        <pc:picChg chg="add mod">
          <ac:chgData name="56133-Souvik Roy" userId="225ece7e7b1a05c8" providerId="LiveId" clId="{01679C31-6509-4E68-BCEA-A6E33BD137FC}" dt="2026-02-12T20:04:26.287" v="23" actId="14100"/>
          <ac:picMkLst>
            <pc:docMk/>
            <pc:sldMk cId="1224119951" sldId="4438"/>
            <ac:picMk id="9" creationId="{C548A887-2732-B1BD-3D48-02A64D1E4EAC}"/>
          </ac:picMkLst>
        </pc:picChg>
      </pc:sldChg>
      <pc:sldChg chg="addSp modSp new mod">
        <pc:chgData name="56133-Souvik Roy" userId="225ece7e7b1a05c8" providerId="LiveId" clId="{01679C31-6509-4E68-BCEA-A6E33BD137FC}" dt="2026-02-12T20:09:46.383" v="93" actId="1076"/>
        <pc:sldMkLst>
          <pc:docMk/>
          <pc:sldMk cId="1056750947" sldId="4439"/>
        </pc:sldMkLst>
        <pc:spChg chg="add mod">
          <ac:chgData name="56133-Souvik Roy" userId="225ece7e7b1a05c8" providerId="LiveId" clId="{01679C31-6509-4E68-BCEA-A6E33BD137FC}" dt="2026-02-12T20:05:42.006" v="28" actId="1076"/>
          <ac:spMkLst>
            <pc:docMk/>
            <pc:sldMk cId="1056750947" sldId="4439"/>
            <ac:spMk id="2" creationId="{6EF07C07-D83D-6B08-E0FA-3D1B3EF8D518}"/>
          </ac:spMkLst>
        </pc:spChg>
        <pc:spChg chg="add mod">
          <ac:chgData name="56133-Souvik Roy" userId="225ece7e7b1a05c8" providerId="LiveId" clId="{01679C31-6509-4E68-BCEA-A6E33BD137FC}" dt="2026-02-12T20:07:01.403" v="90" actId="14100"/>
          <ac:spMkLst>
            <pc:docMk/>
            <pc:sldMk cId="1056750947" sldId="4439"/>
            <ac:spMk id="3" creationId="{BB5B1791-5C08-4D93-D4FE-6AB5C3921F02}"/>
          </ac:spMkLst>
        </pc:spChg>
        <pc:picChg chg="add mod">
          <ac:chgData name="56133-Souvik Roy" userId="225ece7e7b1a05c8" providerId="LiveId" clId="{01679C31-6509-4E68-BCEA-A6E33BD137FC}" dt="2026-02-12T20:09:46.383" v="93" actId="1076"/>
          <ac:picMkLst>
            <pc:docMk/>
            <pc:sldMk cId="1056750947" sldId="4439"/>
            <ac:picMk id="5" creationId="{E8F8B503-8E99-83B1-5FD1-1724E40C5E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2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</a:t>
            </a:r>
            <a:r>
              <a:rPr lang="en-US" sz="28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25SUB4508_LSP</a:t>
            </a:r>
            <a:endParaRPr lang="en-US" sz="28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13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</a:t>
            </a:r>
            <a:r>
              <a:rPr lang="en-US" sz="2400" b="1" dirty="0">
                <a:solidFill>
                  <a:schemeClr val="bg1"/>
                </a:solidFill>
                <a:latin typeface="HK Grotesk" pitchFamily="2" charset="77"/>
              </a:rPr>
              <a:t>SOUVIK ROY, KRITHIV DHARAN, ALISHA  PARVEEN,  RITTWIKA  DATTA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578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- </a:t>
            </a:r>
            <a:r>
              <a:rPr lang="en-US" sz="2400" b="1" dirty="0">
                <a:solidFill>
                  <a:schemeClr val="bg1"/>
                </a:solidFill>
              </a:rPr>
              <a:t>Enterprise Concurrent Signal Broadcast Framework (ECSBF)</a:t>
            </a:r>
            <a:endParaRPr lang="en-US" sz="2400" b="1" dirty="0">
              <a:solidFill>
                <a:schemeClr val="bg1"/>
              </a:solidFill>
              <a:latin typeface="HK Grotesk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431513" y="870675"/>
            <a:ext cx="1010256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Introduction:</a:t>
            </a:r>
            <a:endParaRPr lang="en-US" sz="4000" b="1" dirty="0">
              <a:solidFill>
                <a:schemeClr val="tx2">
                  <a:lumMod val="90000"/>
                  <a:lumOff val="10000"/>
                </a:schemeClr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07496-F368-3166-0EBA-897CA0BE5948}"/>
              </a:ext>
            </a:extLst>
          </p:cNvPr>
          <p:cNvSpPr txBox="1"/>
          <p:nvPr/>
        </p:nvSpPr>
        <p:spPr>
          <a:xfrm>
            <a:off x="102821" y="88524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1BEF40B-6E89-05D2-3DB6-2517EC7D7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96" y="1663277"/>
            <a:ext cx="1160988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A high-performance distributed communication framework for real-time signal propagation.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Designed to enable secure and reliable communication across multiple networked nodes.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Uses a centralized Engine to manage authentication, sessions, and broadcasting.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Built with concurrency, fault tolerance, and encryption as core principles.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Ensures synchronized, traceable, and secure enterprise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7A62F2-96B2-7E20-D7A1-F5A1FA9EA119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CD17D9-5EC2-59FB-3C82-0A514A56F55E}"/>
              </a:ext>
            </a:extLst>
          </p:cNvPr>
          <p:cNvSpPr txBox="1"/>
          <p:nvPr/>
        </p:nvSpPr>
        <p:spPr>
          <a:xfrm>
            <a:off x="433646" y="1011770"/>
            <a:ext cx="7036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PROBLEM STATEMENT: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1B6BDB64-0A9B-0BEC-0154-9ED708342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598" y="1958491"/>
            <a:ext cx="1139760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Distributed systems require secure and synchronized real-time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Managing multiple concurrent node connections is complex and error-prone.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Unauthorized access can lead to signal injection and security breaches.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Network failures may disrupt sessions and cause data inconsistency.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Lack of centralized observability makes debugging and monitoring difficult</a:t>
            </a:r>
          </a:p>
        </p:txBody>
      </p:sp>
    </p:spTree>
    <p:extLst>
      <p:ext uri="{BB962C8B-B14F-4D97-AF65-F5344CB8AC3E}">
        <p14:creationId xmlns:p14="http://schemas.microsoft.com/office/powerpoint/2010/main" val="1825707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F30509-AD31-157A-3371-E6F8B14F5BA8}"/>
              </a:ext>
            </a:extLst>
          </p:cNvPr>
          <p:cNvSpPr txBox="1"/>
          <p:nvPr/>
        </p:nvSpPr>
        <p:spPr>
          <a:xfrm>
            <a:off x="493663" y="1330326"/>
            <a:ext cx="27918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SOLUTION: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57A12-7481-04E0-14CF-17E0DEE5D0B3}"/>
              </a:ext>
            </a:extLst>
          </p:cNvPr>
          <p:cNvSpPr txBox="1"/>
          <p:nvPr/>
        </p:nvSpPr>
        <p:spPr>
          <a:xfrm>
            <a:off x="69574" y="39757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12D71DC-BA69-5478-4859-45BA51E85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54" y="2288118"/>
            <a:ext cx="11396846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Centralized ECSBF Engine manages all node communication securely.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Global Identity Registry ensures only provisioned nodes can connect.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Multi-threaded concurrency engine handles simultaneous signal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Encrypted signal broadcasting ensures confidentiality and integrity.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Diagnostic logging provides observability and system transparency.</a:t>
            </a:r>
          </a:p>
        </p:txBody>
      </p:sp>
    </p:spTree>
    <p:extLst>
      <p:ext uri="{BB962C8B-B14F-4D97-AF65-F5344CB8AC3E}">
        <p14:creationId xmlns:p14="http://schemas.microsoft.com/office/powerpoint/2010/main" val="1517157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C0223-C5C0-28B2-7383-E246A29B1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4AB920-B135-2579-D17B-1D03AD3B1A33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D5C250-A90C-4650-2B93-3206F35F5153}"/>
              </a:ext>
            </a:extLst>
          </p:cNvPr>
          <p:cNvSpPr txBox="1"/>
          <p:nvPr/>
        </p:nvSpPr>
        <p:spPr>
          <a:xfrm>
            <a:off x="450252" y="874716"/>
            <a:ext cx="8748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WORKFLOW: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8C67CE9-21D2-12BB-0B94-DF46F2768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654" y="2008473"/>
            <a:ext cx="1135489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Endpoint Nodes connect to the ECSBF Engine via secure TCP/IP channels.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Secure handshake verifies node identity before session establishment.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Engine Control Process manages authentication and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Concurrency Engine processes signals from multiple nodes simultaneously.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Signal Broadcaster distributes validated signals to all active nodes.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Diagnostic Logger records system activities at multiple severity levels.</a:t>
            </a:r>
          </a:p>
        </p:txBody>
      </p:sp>
    </p:spTree>
    <p:extLst>
      <p:ext uri="{BB962C8B-B14F-4D97-AF65-F5344CB8AC3E}">
        <p14:creationId xmlns:p14="http://schemas.microsoft.com/office/powerpoint/2010/main" val="1813373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DE8F-4D39-A14A-A590-B9D0F08FB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5EB72D-D8A2-2B33-6090-C8405A6D3730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4D76-DA0F-8954-A10A-A2CCBEED9B1E}"/>
              </a:ext>
            </a:extLst>
          </p:cNvPr>
          <p:cNvSpPr txBox="1"/>
          <p:nvPr/>
        </p:nvSpPr>
        <p:spPr>
          <a:xfrm>
            <a:off x="345828" y="448845"/>
            <a:ext cx="8748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SYSTEM ARCHITECTURE DIAGRAM:</a:t>
            </a:r>
            <a:endParaRPr lang="en-US" sz="35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105C39-775E-6ADE-DB90-4452AB884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510" y="957468"/>
            <a:ext cx="3287960" cy="575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092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F07C07-D83D-6B08-E0FA-3D1B3EF8D518}"/>
              </a:ext>
            </a:extLst>
          </p:cNvPr>
          <p:cNvSpPr txBox="1"/>
          <p:nvPr/>
        </p:nvSpPr>
        <p:spPr>
          <a:xfrm>
            <a:off x="0" y="0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B1791-5C08-4D93-D4FE-6AB5C3921F02}"/>
              </a:ext>
            </a:extLst>
          </p:cNvPr>
          <p:cNvSpPr txBox="1"/>
          <p:nvPr/>
        </p:nvSpPr>
        <p:spPr>
          <a:xfrm>
            <a:off x="99392" y="268358"/>
            <a:ext cx="5158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CLASS DIAGRAM: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F8B503-8E99-83B1-5FD1-1724E40C5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576" y="430149"/>
            <a:ext cx="6575807" cy="642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50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9770C-8C2F-FC02-4A36-B40169A67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611A15-7220-81B3-E73E-FF41B694820F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77B3B-6A46-BA5B-83C9-0015EB5BF0D6}"/>
              </a:ext>
            </a:extLst>
          </p:cNvPr>
          <p:cNvSpPr txBox="1"/>
          <p:nvPr/>
        </p:nvSpPr>
        <p:spPr>
          <a:xfrm>
            <a:off x="582942" y="1203906"/>
            <a:ext cx="116090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PRACTICAL OUTCOMES – STEP 1 (Node Registration &amp; Session Setup)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FE64628-CA79-5938-D269-32EE3B8C4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5231" y="2912017"/>
            <a:ext cx="1073075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Node initiates secure connection request to the Engine.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Engine verifies identity from Global Identity Registry.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Successful verification establishes a persistent session.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Unauthorized nodes are rejected and logged securely.</a:t>
            </a:r>
          </a:p>
        </p:txBody>
      </p:sp>
    </p:spTree>
    <p:extLst>
      <p:ext uri="{BB962C8B-B14F-4D97-AF65-F5344CB8AC3E}">
        <p14:creationId xmlns:p14="http://schemas.microsoft.com/office/powerpoint/2010/main" val="4275774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DA31B-E66A-332B-6676-542CEA79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876730-C082-F470-D6CC-0058C4BB0C5E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FE2A5-6F1A-A422-E1BE-B937658C5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34" y="937550"/>
            <a:ext cx="11238531" cy="534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76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DECE3-0618-1D29-A0C9-38EFD26D5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85B2AD-3CF9-C945-D4D1-EA1E06833C51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29E5B-34C3-B84A-6852-E42F0CAAA2B7}"/>
              </a:ext>
            </a:extLst>
          </p:cNvPr>
          <p:cNvSpPr txBox="1"/>
          <p:nvPr/>
        </p:nvSpPr>
        <p:spPr>
          <a:xfrm>
            <a:off x="523223" y="1369153"/>
            <a:ext cx="93528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PRACTICAL OUTCOMES – STEP 2 (Signal Transmission &amp; Broadcasting)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E0F1E4B-4762-7536-0527-A93337A85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249" y="3034167"/>
            <a:ext cx="1100599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Authenticated node sends encrypted signal payload to Engine.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Engine validates active session before processing signal.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Signal is tagged with source identifier for traceability.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Broadcast mechanism sends signal to all active nodes concurrently.</a:t>
            </a:r>
          </a:p>
        </p:txBody>
      </p:sp>
    </p:spTree>
    <p:extLst>
      <p:ext uri="{BB962C8B-B14F-4D97-AF65-F5344CB8AC3E}">
        <p14:creationId xmlns:p14="http://schemas.microsoft.com/office/powerpoint/2010/main" val="582062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316C9-0F9B-AF96-D7DA-9E8ED04F4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A42F6D-B80A-E340-570C-591591FDEE75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34E863-BAF7-24F3-7A10-CA5180553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24" y="844826"/>
            <a:ext cx="5195986" cy="51683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B6311E-9AE0-31CE-369F-6B930B0CF6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306" y="844826"/>
            <a:ext cx="5063323" cy="516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99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7E6DC-412C-61C9-1942-EA4E71D8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E25E8F-59BA-D390-B7D6-07254E3BB4BD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54AABA-14E6-521B-7216-FD0A117B0B53}"/>
              </a:ext>
            </a:extLst>
          </p:cNvPr>
          <p:cNvSpPr txBox="1"/>
          <p:nvPr/>
        </p:nvSpPr>
        <p:spPr>
          <a:xfrm>
            <a:off x="603958" y="1392302"/>
            <a:ext cx="120463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PRACTICAL OUTCOMES – STEP 3 (Concurrent Processing &amp; Logging)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B8EB48-DAAB-7451-5A06-38D194922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997" y="3034167"/>
            <a:ext cx="1067923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Engine handles multiple node signals using multi-threading.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Sessions remain stable under simultaneous traffic load.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Diagnostic logs capture INFO, WARNING, DEBUG, and FATAL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System maintains low latency and real-time propagation.</a:t>
            </a:r>
          </a:p>
        </p:txBody>
      </p:sp>
    </p:spTree>
    <p:extLst>
      <p:ext uri="{BB962C8B-B14F-4D97-AF65-F5344CB8AC3E}">
        <p14:creationId xmlns:p14="http://schemas.microsoft.com/office/powerpoint/2010/main" val="1502735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CFC74-0DCD-8352-5820-A0B38395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557345-FC42-7220-659D-1B819F25A21F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3D5AB-806F-30A1-C36C-BA6A6E9D1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55" y="1003067"/>
            <a:ext cx="5800945" cy="50590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4451C2-771A-78C9-7791-A22D3E012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921" y="1003067"/>
            <a:ext cx="5396948" cy="50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9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0C50E-739D-4239-E72D-CC63FE790F04}"/>
              </a:ext>
            </a:extLst>
          </p:cNvPr>
          <p:cNvSpPr txBox="1"/>
          <p:nvPr/>
        </p:nvSpPr>
        <p:spPr>
          <a:xfrm>
            <a:off x="0" y="0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9DB846-771A-48E5-B6DC-A07DF9028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66" y="1003990"/>
            <a:ext cx="5381984" cy="52775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0EFDB6-3E4F-24AF-52A8-2A386F435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540" y="1003990"/>
            <a:ext cx="5943599" cy="530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175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B0CB8-2CD7-96BA-9CB6-91BFC1EAF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FD79E6-E7E1-6D14-A121-8C527EE7E77D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5123C4-485D-EB66-6870-E4953ADDCC46}"/>
              </a:ext>
            </a:extLst>
          </p:cNvPr>
          <p:cNvSpPr txBox="1"/>
          <p:nvPr/>
        </p:nvSpPr>
        <p:spPr>
          <a:xfrm>
            <a:off x="691963" y="1208903"/>
            <a:ext cx="116388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PRACTICAL OUTCOMES – STEP 4 (Session Termination)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3C71A0A-E617-C785-422B-3FE282B73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1105" y="2898861"/>
            <a:ext cx="870693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Engine detects node disconnection or timeout event.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Session is formally terminated to prevent orphan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Logging mechanism records session closure event.</a:t>
            </a:r>
          </a:p>
        </p:txBody>
      </p:sp>
    </p:spTree>
    <p:extLst>
      <p:ext uri="{BB962C8B-B14F-4D97-AF65-F5344CB8AC3E}">
        <p14:creationId xmlns:p14="http://schemas.microsoft.com/office/powerpoint/2010/main" val="2449237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4E74B-2B6A-CEB8-3F0D-6F0A69FE1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928FDC-E707-0405-A55F-BF65BD22BA9F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07C815-EC5B-AFB6-6364-C968B1C7B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263" y="566103"/>
            <a:ext cx="6523919" cy="608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938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9B1E9-78EB-9DD1-B1AE-815C5D94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3606E6-6E4A-B424-FF9F-399B7C2F6FB5}"/>
              </a:ext>
            </a:extLst>
          </p:cNvPr>
          <p:cNvSpPr txBox="1"/>
          <p:nvPr/>
        </p:nvSpPr>
        <p:spPr>
          <a:xfrm>
            <a:off x="662525" y="971466"/>
            <a:ext cx="33169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LIMITATIONS: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64AB7-E64C-7ACE-AF58-D0710D14C06A}"/>
              </a:ext>
            </a:extLst>
          </p:cNvPr>
          <p:cNvSpPr txBox="1"/>
          <p:nvPr/>
        </p:nvSpPr>
        <p:spPr>
          <a:xfrm>
            <a:off x="69574" y="39757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B1E14A-D78D-657B-FF63-8AF355D7A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179" y="1993161"/>
            <a:ext cx="1036251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Requires stable TCP/IP network connectivity for optimal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Centralized Engine may become bottleneck under extreme scale.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Currently backend-focused with no dedicated graphical UI.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Performance depends on underlying hardware and OS thread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Encryption overhead may slightly increase processing latency.</a:t>
            </a:r>
          </a:p>
        </p:txBody>
      </p:sp>
    </p:spTree>
    <p:extLst>
      <p:ext uri="{BB962C8B-B14F-4D97-AF65-F5344CB8AC3E}">
        <p14:creationId xmlns:p14="http://schemas.microsoft.com/office/powerpoint/2010/main" val="4027719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652F8-C1D0-CEA7-9528-D1081F71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585FC8-63E7-669D-40FB-B3EB0A4FEB42}"/>
              </a:ext>
            </a:extLst>
          </p:cNvPr>
          <p:cNvSpPr txBox="1"/>
          <p:nvPr/>
        </p:nvSpPr>
        <p:spPr>
          <a:xfrm>
            <a:off x="506895" y="1558552"/>
            <a:ext cx="3624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0A846B-AB22-C189-E8DE-F353E16F811C}"/>
              </a:ext>
            </a:extLst>
          </p:cNvPr>
          <p:cNvSpPr txBox="1"/>
          <p:nvPr/>
        </p:nvSpPr>
        <p:spPr>
          <a:xfrm>
            <a:off x="69574" y="39757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F94E71C-22F2-1E36-2F39-34F6CDCB2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276" y="2489928"/>
            <a:ext cx="1146333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ECSBF provides secure, scalable, and concurrent signal broadcasting.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Strong identity verification prevents unauthorized system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Multi-threaded architecture ensures high-performance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Persistent session management enhances reliability and resilience.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Modular and extensible design supports future enterprise enhancements.</a:t>
            </a:r>
          </a:p>
        </p:txBody>
      </p:sp>
    </p:spTree>
    <p:extLst>
      <p:ext uri="{BB962C8B-B14F-4D97-AF65-F5344CB8AC3E}">
        <p14:creationId xmlns:p14="http://schemas.microsoft.com/office/powerpoint/2010/main" val="1439843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F9BB64-062E-7CB6-58A1-6078FEB54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833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FA916D-0DA0-CD4A-0BBE-BA234BD4D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18" y="649217"/>
            <a:ext cx="5020683" cy="2779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FBE77F-76FC-0AC9-0411-0C3F894D8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675" y="599654"/>
            <a:ext cx="4626007" cy="28293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443208-0042-C921-C8CB-F080DD181F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18" y="3573051"/>
            <a:ext cx="5020683" cy="30000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48A887-2732-B1BD-3D48-02A64D1E4E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675" y="3886893"/>
            <a:ext cx="4869553" cy="257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19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2995</TotalTime>
  <Words>679</Words>
  <Application>Microsoft Office PowerPoint</Application>
  <PresentationFormat>Widescreen</PresentationFormat>
  <Paragraphs>83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56133-Souvik Roy</cp:lastModifiedBy>
  <cp:revision>18</cp:revision>
  <dcterms:created xsi:type="dcterms:W3CDTF">2024-05-04T13:11:57Z</dcterms:created>
  <dcterms:modified xsi:type="dcterms:W3CDTF">2026-02-12T20:09:48Z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